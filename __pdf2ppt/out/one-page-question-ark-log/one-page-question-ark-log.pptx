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强化训练练习3及上一题剩余选项</a:t>
            </a:r>
            <a:endParaRPr lang="en-US" sz="1400" dirty="0"/>
          </a:p>
        </p:txBody>
      </p:sp>
      <p:pic>
        <p:nvPicPr>
          <p:cNvPr id="3" name="Image 0" descr="C:\Users\EDY\Documents\杂项agent2\__pdf2ppt\out\one-page-question-ark-log\crops\s001__block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5373" y="502920"/>
            <a:ext cx="4493253" cy="2948940"/>
          </a:xfrm>
          <a:prstGeom prst="rect">
            <a:avLst/>
          </a:prstGeom>
        </p:spPr>
      </p:pic>
      <p:pic>
        <p:nvPicPr>
          <p:cNvPr id="4" name="Image 1" descr="C:\Users\EDY\Documents\杂项agent2\__pdf2ppt\out\one-page-question-ark-log\crops\s001__blk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668201"/>
            <a:ext cx="8503920" cy="27905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one-page-question-ark-log</dc:title>
  <dc:subject>one-page-question-ark-log</dc:subject>
  <dc:creator>Codex</dc:creator>
  <cp:lastModifiedBy>Codex</cp:lastModifiedBy>
  <cp:revision>1</cp:revision>
  <dcterms:created xsi:type="dcterms:W3CDTF">2026-07-06T10:43:58Z</dcterms:created>
  <dcterms:modified xsi:type="dcterms:W3CDTF">2026-07-06T10:43:58Z</dcterms:modified>
</cp:coreProperties>
</file>