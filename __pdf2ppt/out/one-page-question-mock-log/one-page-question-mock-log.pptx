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2801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Title</a:t>
            </a:r>
            <a:endParaRPr lang="en-US" sz="1400" dirty="0"/>
          </a:p>
        </p:txBody>
      </p:sp>
      <p:pic>
        <p:nvPicPr>
          <p:cNvPr id="3" name="Image 0" descr="C:\Users\EDY\Documents\杂项agent2\__pdf2ppt\out\one-page-question-mock-log\crops\s001__p001-b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679595"/>
            <a:ext cx="8503920" cy="16816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2801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Example</a:t>
            </a:r>
            <a:endParaRPr lang="en-US" sz="1400" dirty="0"/>
          </a:p>
        </p:txBody>
      </p:sp>
      <p:pic>
        <p:nvPicPr>
          <p:cNvPr id="3" name="Image 0" descr="C:\Users\EDY\Documents\杂项agent2\__pdf2ppt\out\one-page-question-mock-log\crops\s002__p001-b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600082"/>
            <a:ext cx="8503920" cy="384071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2801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Problem</a:t>
            </a:r>
            <a:endParaRPr lang="en-US" sz="1400" dirty="0"/>
          </a:p>
        </p:txBody>
      </p:sp>
      <p:pic>
        <p:nvPicPr>
          <p:cNvPr id="3" name="Image 0" descr="C:\Users\EDY\Documents\杂项agent2\__pdf2ppt\out\one-page-question-mock-log\crops\s003__p001-b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19074"/>
            <a:ext cx="8503920" cy="48027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Codex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one-page-question-mock-log</dc:title>
  <dc:subject>one-page-question-mock-log</dc:subject>
  <dc:creator>Codex</dc:creator>
  <cp:lastModifiedBy>Codex</cp:lastModifiedBy>
  <cp:revision>1</cp:revision>
  <dcterms:created xsi:type="dcterms:W3CDTF">2026-07-06T09:39:36Z</dcterms:created>
  <dcterms:modified xsi:type="dcterms:W3CDTF">2026-07-06T09:39:36Z</dcterms:modified>
</cp:coreProperties>
</file>